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This scan identified unmasked personal data in customer tables, posing a high compliance risk under DPDP. Immediate remediation is required before further data usage.</a:t>
            </a:r>
          </a:p>
          <a:p>
            <a:pPr/>
            <a:r>
              <a:t>Final score: 16.68</a:t>
            </a:r>
          </a:p>
          <a:p>
            <a:pPr/>
            <a:r>
              <a:t>Quality score: 96.68</a:t>
            </a:r>
          </a:p>
          <a:p>
            <a:pPr/>
            <a:r>
              <a:t>Status: Immediate remediation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Summary</a:t>
            </a:r>
          </a:p>
        </p:txBody>
      </p:sp>
      <p:pic>
        <p:nvPicPr>
          <p:cNvPr id="3" name="Picture 2" descr="8c29480d-4e08-469a-8ce7-c161219f6ed4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High severity quality issue in dpdp_poor_quality.customer_imports: city has 66.67% null values</a:t>
            </a:r>
          </a:p>
          <a:p>
            <a:pPr/>
            <a:r>
              <a:t>Increase sample coverage and resolve profiling limitations</a:t>
            </a:r>
          </a:p>
          <a:p>
            <a:pPr/>
            <a:r>
              <a:t>High severity quality issue in dpdp_poor_quality.customer_imports: email contains invalid email formats</a:t>
            </a:r>
          </a:p>
          <a:p>
            <a:pPr/>
            <a:r>
              <a:t>High severity quality issue in dpdp_poor_quality.payment_imports: customer_email contains invalid email formats</a:t>
            </a:r>
          </a:p>
          <a:p>
            <a:pPr/>
            <a:r>
              <a:t>High severity quality issue in dpdp_poor_quality.payment_imports: amount contains negative values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PII Exposure</a:t>
            </a:r>
          </a:p>
        </p:txBody>
      </p:sp>
      <p:pic>
        <p:nvPicPr>
          <p:cNvPr id="3" name="Picture 2" descr="8c29480d-4e08-469a-8ce7-c161219f6ed4_p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dpdp_clean.customers.full_name: Unprotected sensitive data</a:t>
            </a:r>
          </a:p>
          <a:p>
            <a:pPr/>
            <a:r>
              <a:t>dpdp_clean.customers.email: Unprotected sensitive data</a:t>
            </a:r>
          </a:p>
          <a:p>
            <a:pPr/>
            <a:r>
              <a:t>dpdp_masked.masked_customers.masked_email: Partially protected sensitive data</a:t>
            </a:r>
          </a:p>
          <a:p>
            <a:pPr/>
            <a:r>
              <a:t>dpdp_masked.masked_customers.masked_phone: Partially protected sensitive data</a:t>
            </a:r>
          </a:p>
          <a:p>
            <a:pPr/>
            <a:r>
              <a:t>dpdp_masked.communication_preferences.masked_contact: Partially protected sensitive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</a:t>
            </a:r>
          </a:p>
        </p:txBody>
      </p:sp>
      <p:pic>
        <p:nvPicPr>
          <p:cNvPr id="3" name="Picture 2" descr="8c29480d-4e08-469a-8ce7-c161219f6ed4_d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dpdp_clean.customers: Insufficient data for reliable profiling</a:t>
            </a:r>
          </a:p>
          <a:p>
            <a:pPr/>
            <a:r>
              <a:t>dpdp_clean.orders: Insufficient data for reliable profiling</a:t>
            </a:r>
          </a:p>
          <a:p>
            <a:pPr/>
            <a:r>
              <a:t>dpdp_masked.masked_customers: Insufficient data for reliable profiling</a:t>
            </a:r>
          </a:p>
          <a:p>
            <a:pPr/>
            <a:r>
              <a:t>dpdp_masked.communication_preferences: Insufficient data for reliable profiling</a:t>
            </a:r>
          </a:p>
          <a:p>
            <a:pPr/>
            <a:r>
              <a:t>dpdp_no_relationships.branch_targets: Insufficient data for reliable profiling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Apply masking or tokenization to protect sensitive data</a:t>
            </a:r>
          </a:p>
          <a:p>
            <a:pPr/>
            <a:r>
              <a:t>Increase sample coverage and resolve profiling limitations</a:t>
            </a:r>
          </a:p>
          <a:p>
            <a:pPr/>
            <a:r>
              <a:t>19 high-severity RAID risks were identified, indicating elevated governance exposure.</a:t>
            </a:r>
          </a:p>
          <a:p>
            <a:pPr/>
            <a:r>
              <a:t>Inferred relationships across 22 column pair(s) suggest shared identifiers that should be validated for lineage and access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Increase sample coverage and resolve profiling limitations</a:t>
            </a:r>
          </a:p>
          <a:p>
            <a:pPr/>
            <a:r>
              <a:t>Apply masking or tokenization to protect sensitive data</a:t>
            </a:r>
          </a:p>
          <a:p>
            <a:pPr/>
            <a:r>
              <a:t>Review completeness rules and upstream capture for dpdp_poor_quality.customer_imports.full_name.</a:t>
            </a:r>
          </a:p>
          <a:p>
            <a:pPr/>
            <a:r>
              <a:t>Review completeness rules and upstream capture for dpdp_poor_quality.customer_imports.email.</a:t>
            </a:r>
          </a:p>
          <a:p>
            <a:pPr/>
            <a:r>
              <a:t>Review completeness rules and upstream capture for dpdp_poor_quality.customer_imports.phone_number.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
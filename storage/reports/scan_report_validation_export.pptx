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This scan identified unmasked personal data in customer tables, posing a high compliance risk under DPDP. Immediate remediation is required before further data usage.</a:t>
            </a:r>
          </a:p>
          <a:p>
            <a:pPr/>
            <a:r>
              <a:t>Final score: 54.0</a:t>
            </a:r>
          </a:p>
          <a:p>
            <a:pPr/>
            <a:r>
              <a:t>Quality score: 100.0</a:t>
            </a:r>
          </a:p>
          <a:p>
            <a:pPr/>
            <a:r>
              <a:t>Status: Immediate remediation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Summary</a:t>
            </a:r>
          </a:p>
        </p:txBody>
      </p:sp>
      <p:pic>
        <p:nvPicPr>
          <p:cNvPr id="3" name="Picture 2" descr="validation_export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PII Exposure</a:t>
            </a:r>
          </a:p>
        </p:txBody>
      </p:sp>
      <p:pic>
        <p:nvPicPr>
          <p:cNvPr id="3" name="Picture 2" descr="validation_export_p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public.customers.customer_name: Unprotected sensitive data</a:t>
            </a:r>
          </a:p>
          <a:p>
            <a:pPr/>
            <a:r>
              <a:t>public.customers.email: Unprotected sensitive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</a:t>
            </a:r>
          </a:p>
        </p:txBody>
      </p:sp>
      <p:pic>
        <p:nvPicPr>
          <p:cNvPr id="3" name="Picture 2" descr="validation_export_d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public.customers: Insufficient data for reliable profiling</a:t>
            </a:r>
          </a:p>
          <a:p>
            <a:pPr/>
            <a:r>
              <a:t>public.orders: Insufficient data for reliable profiling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Increase sample coverage and resolve profiling limitations</a:t>
            </a:r>
          </a:p>
          <a:p>
            <a:pPr/>
            <a:r>
              <a:t>Inferred relationships across 1 column pair(s) suggest shared identifiers that should be validated for lineage and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Increase sample coverage and resolve profiling limitations</a:t>
            </a:r>
          </a:p>
          <a:p>
            <a:pPr/>
            <a:r>
              <a:t>Apply masking or tokenization to protect sensitive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
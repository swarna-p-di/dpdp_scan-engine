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This scan identified unmasked personal data in customer tables, posing a high compliance risk under DPDP. Immediate remediation is required before further data usage.</a:t>
            </a:r>
          </a:p>
          <a:p>
            <a:pPr/>
            <a:r>
              <a:t>Final score: 16.68</a:t>
            </a:r>
          </a:p>
          <a:p>
            <a:pPr/>
            <a:r>
              <a:t>Quality score: 96.68</a:t>
            </a:r>
          </a:p>
          <a:p>
            <a:pPr/>
            <a:r>
              <a:t>Status: Immediate remediation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Summary</a:t>
            </a:r>
          </a:p>
        </p:txBody>
      </p:sp>
      <p:pic>
        <p:nvPicPr>
          <p:cNvPr id="3" name="Picture 2" descr="e753a948-99ab-4088-b3a4-d5939050c5bc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12064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097280"/>
            <a:ext cx="27432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Apply masking or tokenization to protect sensitive data</a:t>
            </a:r>
          </a:p>
          <a:p>
            <a:pPr/>
            <a:r>
              <a:t>Increase sample coverage and resolve profiling limitations</a:t>
            </a:r>
          </a:p>
          <a:p>
            <a:pPr/>
            <a:r>
              <a:t>amount contains negative values</a:t>
            </a:r>
          </a:p>
          <a:p>
            <a:pPr/>
            <a:r>
              <a:t>city has 66.67% null values</a:t>
            </a:r>
          </a:p>
          <a:p>
            <a:pPr/>
            <a:r>
              <a:t>customer_email contains invalid email formats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PII Exposure</a:t>
            </a:r>
          </a:p>
        </p:txBody>
      </p:sp>
      <p:pic>
        <p:nvPicPr>
          <p:cNvPr id="3" name="Picture 2" descr="e753a948-99ab-4088-b3a4-d5939050c5bc_p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12064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097280"/>
            <a:ext cx="27432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dpdp_clean.customers.full_name: Unprotected sensitive data</a:t>
            </a:r>
          </a:p>
          <a:p>
            <a:pPr/>
            <a:r>
              <a:t>dpdp_clean.customers.email: Unprotected sensitive data</a:t>
            </a:r>
          </a:p>
          <a:p>
            <a:pPr/>
            <a:r>
              <a:t>dpdp_masked.masked_customers.masked_email: Partially protected sensitive data</a:t>
            </a:r>
          </a:p>
          <a:p>
            <a:pPr/>
            <a:r>
              <a:t>dpdp_masked.masked_customers.masked_phone: Partially protected sensitive data</a:t>
            </a:r>
          </a:p>
          <a:p>
            <a:pPr/>
            <a:r>
              <a:t>dpdp_masked.communication_preferences.masked_contact: Partially protected sensitive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</a:t>
            </a:r>
          </a:p>
        </p:txBody>
      </p:sp>
      <p:pic>
        <p:nvPicPr>
          <p:cNvPr id="3" name="Picture 2" descr="e753a948-99ab-4088-b3a4-d5939050c5bc_d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120640" cy="2880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097280"/>
            <a:ext cx="27432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dpdp_clean.customers: Insufficient data for reliable profiling</a:t>
            </a:r>
          </a:p>
          <a:p>
            <a:pPr/>
            <a:r>
              <a:t>dpdp_clean.orders: Insufficient data for reliable profiling</a:t>
            </a:r>
          </a:p>
          <a:p>
            <a:pPr/>
            <a:r>
              <a:t>dpdp_masked.masked_customers: Insufficient data for reliable profiling</a:t>
            </a:r>
          </a:p>
          <a:p>
            <a:pPr/>
            <a:r>
              <a:t>dpdp_masked.communication_preferences: Insufficient data for reliable profiling</a:t>
            </a:r>
          </a:p>
          <a:p>
            <a:pPr/>
            <a:r>
              <a:t>dpdp_no_relationships.branch_targets: Insufficient data for reliable profiling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Apply masking or tokenization to protect sensitive data</a:t>
            </a:r>
          </a:p>
          <a:p>
            <a:pPr/>
            <a:r>
              <a:t>Increase sample coverage and resolve profiling limitations</a:t>
            </a:r>
          </a:p>
          <a:p>
            <a:pPr/>
            <a:r>
              <a:t>8 high-severity RAID risks were identified, indicating elevated governance exposure.</a:t>
            </a:r>
          </a:p>
          <a:p>
            <a:pPr/>
            <a:r>
              <a:t>Inferred relationships across 22 column pair(s) suggest shared identifiers that should be validated for lineage and access control.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Apply masking or tokenization to protect sensitive data</a:t>
            </a:r>
          </a:p>
          <a:p>
            <a:pPr/>
            <a:r>
              <a:t>Deduplicate records and enforce uniqueness rules for the affected dataset.</a:t>
            </a:r>
          </a:p>
          <a:p>
            <a:pPr/>
            <a:r>
              <a:t>Review and remediate: amount contains negative values.</a:t>
            </a:r>
          </a:p>
          <a:p>
            <a:pPr/>
            <a:r>
              <a:t>Define completeness rules and remediate null-heavy fields in 66.67%.</a:t>
            </a:r>
          </a:p>
          <a:p>
            <a:pPr/>
            <a:r>
              <a:t>Fix invalid formats and add validation rules for the affected dataset.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